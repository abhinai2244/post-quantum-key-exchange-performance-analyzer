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Post-Quantum Key Exchange Performance Analyzer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dirty="0"/>
              <a:t>Visualizing the Fall of Classical Cryptography</a:t>
            </a:r>
          </a:p>
          <a:p>
            <a:r>
              <a:rPr dirty="0"/>
              <a:t>and the Rise of PQC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66CC"/>
                </a:solidFill>
              </a:defRPr>
            </a:pPr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Demonstrate the mathematical vulnerability of classical cryptography to quantum computers.</a:t>
            </a:r>
          </a:p>
          <a:p>
            <a:pPr lvl="1"/>
            <a:r>
              <a:rPr sz="2000" dirty="0"/>
              <a:t>Simulate small-scale quantum attacks:</a:t>
            </a:r>
          </a:p>
          <a:p>
            <a:pPr lvl="2"/>
            <a:r>
              <a:rPr sz="2000" dirty="0"/>
              <a:t>Shor's Algorithm against RSA (Prime Factorization)</a:t>
            </a:r>
          </a:p>
          <a:p>
            <a:pPr lvl="2"/>
            <a:r>
              <a:rPr sz="2000" dirty="0"/>
              <a:t>Grover's Algorithm against AES (Search Space Amplification)</a:t>
            </a:r>
          </a:p>
          <a:p>
            <a:pPr lvl="1"/>
            <a:r>
              <a:rPr sz="2000" dirty="0"/>
              <a:t>Analyze hardware limitations by injecting real-world NISQ-era noise.</a:t>
            </a:r>
          </a:p>
          <a:p>
            <a:pPr lvl="1"/>
            <a:r>
              <a:rPr sz="2000" dirty="0"/>
              <a:t>Educate and visualize why Post-Quantum schemes (Lattice-based Kyber &amp; Hash-based SPHINCS+) resist these quantum threats.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66CC"/>
                </a:solidFill>
              </a:defRPr>
            </a:pPr>
            <a:r>
              <a:t>Implementation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Built strictly as a robust, modular Python architecture.</a:t>
            </a:r>
          </a:p>
          <a:p>
            <a:pPr lvl="1"/>
            <a:r>
              <a:rPr sz="2000" dirty="0"/>
              <a:t>Backend Quantum Engine:</a:t>
            </a:r>
          </a:p>
          <a:p>
            <a:pPr lvl="2"/>
            <a:r>
              <a:rPr sz="2000" dirty="0"/>
              <a:t>IBM </a:t>
            </a:r>
            <a:r>
              <a:rPr sz="2000" dirty="0" err="1"/>
              <a:t>Qiskit</a:t>
            </a:r>
            <a:r>
              <a:rPr sz="2000" dirty="0"/>
              <a:t> Aer Simulator for parameterized Shor/Grover circuits.</a:t>
            </a:r>
          </a:p>
          <a:p>
            <a:pPr lvl="2"/>
            <a:r>
              <a:rPr sz="2000" dirty="0" err="1"/>
              <a:t>NoiseModule</a:t>
            </a:r>
            <a:r>
              <a:rPr sz="2000" dirty="0"/>
              <a:t> mapping Depolarizing, Phase, and Bit-flip errors.</a:t>
            </a:r>
          </a:p>
          <a:p>
            <a:pPr lvl="1"/>
            <a:r>
              <a:rPr sz="2000" dirty="0"/>
              <a:t>Interactive Dashboard (</a:t>
            </a:r>
            <a:r>
              <a:rPr sz="2000" dirty="0" err="1"/>
              <a:t>Streamlit</a:t>
            </a:r>
            <a:r>
              <a:rPr sz="2000" dirty="0"/>
              <a:t> &amp; </a:t>
            </a:r>
            <a:r>
              <a:rPr sz="2000" dirty="0" err="1"/>
              <a:t>Plotly</a:t>
            </a:r>
            <a:r>
              <a:rPr sz="2000" dirty="0"/>
              <a:t>):</a:t>
            </a:r>
          </a:p>
          <a:p>
            <a:pPr lvl="2"/>
            <a:r>
              <a:rPr sz="2000" dirty="0"/>
              <a:t>Dark </a:t>
            </a:r>
            <a:r>
              <a:rPr sz="2000" dirty="0" err="1"/>
              <a:t>Glassmorphism</a:t>
            </a:r>
            <a:r>
              <a:rPr sz="2000" dirty="0"/>
              <a:t> UI ensuring maximum visual impact.</a:t>
            </a:r>
          </a:p>
          <a:p>
            <a:pPr lvl="2"/>
            <a:r>
              <a:rPr sz="2000" dirty="0"/>
              <a:t>7 dynamic tabs featuring live simulation races and 3D heatmaps.</a:t>
            </a:r>
          </a:p>
          <a:p>
            <a:pPr lvl="1"/>
            <a:r>
              <a:rPr sz="2000" dirty="0"/>
              <a:t>Quality Assurance: 100% </a:t>
            </a:r>
            <a:r>
              <a:rPr sz="2000" dirty="0" err="1"/>
              <a:t>Pytest</a:t>
            </a:r>
            <a:r>
              <a:rPr sz="2000" dirty="0"/>
              <a:t> coverage mathematically validating cryptographic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66CC"/>
                </a:solidFill>
              </a:defRPr>
            </a:pPr>
            <a:r>
              <a:t>Results &amp; Visualizations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The analyzer produces real-time, interactive insights:</a:t>
            </a:r>
          </a:p>
          <a:p>
            <a:pPr lvl="1"/>
            <a:r>
              <a:rPr sz="2400" dirty="0"/>
              <a:t>Live Attack Race: Shows Quantum O(log N)³ vs Classical Sub-exponential speeds.</a:t>
            </a:r>
          </a:p>
          <a:p>
            <a:pPr lvl="1"/>
            <a:r>
              <a:rPr sz="2400" dirty="0"/>
              <a:t>NISQ Noise 3D Surface Plot:</a:t>
            </a:r>
          </a:p>
          <a:p>
            <a:pPr lvl="2"/>
            <a:r>
              <a:rPr dirty="0"/>
              <a:t>Proves that &gt;3% hardware noise destroys quantum advantage, effectively returning Grover's algorithm to blind random guessing.</a:t>
            </a:r>
          </a:p>
          <a:p>
            <a:pPr lvl="1"/>
            <a:r>
              <a:rPr sz="2400" dirty="0"/>
              <a:t>Algorithm Security Radar:</a:t>
            </a:r>
          </a:p>
          <a:p>
            <a:pPr lvl="2"/>
            <a:r>
              <a:rPr dirty="0"/>
              <a:t>Directly compares RSA, AES, Kyber, and SPHINCS+ across key-size efficiency, standardization maturity, and quantum resistance.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66CC"/>
                </a:solidFill>
              </a:defRPr>
            </a:pPr>
            <a:r>
              <a:t>Analysis &amp; 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 dirty="0"/>
              <a:t>Analysis Highlights:</a:t>
            </a:r>
          </a:p>
          <a:p>
            <a:pPr lvl="1"/>
            <a:r>
              <a:rPr sz="1800" dirty="0"/>
              <a:t>Classical cryptography is polynomial-time fragile to quantum algorithms.</a:t>
            </a:r>
          </a:p>
          <a:p>
            <a:pPr lvl="1"/>
            <a:r>
              <a:rPr sz="1800" dirty="0"/>
              <a:t>Post-Quantum schemes relying on Lattice structures (LWE) and extended Hash boundaries survive natively.</a:t>
            </a:r>
          </a:p>
          <a:p>
            <a:pPr lvl="2"/>
            <a:r>
              <a:rPr sz="1800" dirty="0"/>
              <a:t>NIST finalized PQC Standards (2024): FIPS 203 (Kyber), FIPS 204 (</a:t>
            </a:r>
            <a:r>
              <a:rPr sz="1800" dirty="0" err="1"/>
              <a:t>Dilithium</a:t>
            </a:r>
            <a:r>
              <a:rPr sz="1800" dirty="0"/>
              <a:t>), and FIPS 205 (SPHINCS+).</a:t>
            </a:r>
          </a:p>
          <a:p>
            <a:pPr lvl="2"/>
            <a:r>
              <a:rPr sz="1800" dirty="0"/>
              <a:t>These mathematical frameworks replace prime factoring with chaotic, multi-dimensional grids that quantum computers cannot solve.</a:t>
            </a:r>
          </a:p>
          <a:p>
            <a:pPr lvl="1"/>
            <a:r>
              <a:rPr sz="1800" dirty="0"/>
              <a:t>Future Work:</a:t>
            </a:r>
          </a:p>
          <a:p>
            <a:pPr lvl="2"/>
            <a:r>
              <a:rPr sz="1800" dirty="0"/>
              <a:t>Extend </a:t>
            </a:r>
            <a:r>
              <a:rPr sz="1800" dirty="0" err="1"/>
              <a:t>Qiskit</a:t>
            </a:r>
            <a:r>
              <a:rPr sz="1800" dirty="0"/>
              <a:t> backend to execute on real IBM Quantum Hardware via cloud API.</a:t>
            </a:r>
          </a:p>
          <a:p>
            <a:pPr lvl="2"/>
            <a:r>
              <a:rPr sz="1800" dirty="0"/>
              <a:t>Integrate side-channel attack vulnerabilities to the Post-Quantum algorithms.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329</Words>
  <Application>Microsoft Office PowerPoint</Application>
  <PresentationFormat>On-screen Show (4:3)</PresentationFormat>
  <Paragraphs>35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Post-Quantum Key Exchange Performance Analyzer</vt:lpstr>
      <vt:lpstr>Objectives</vt:lpstr>
      <vt:lpstr>Implementation Details</vt:lpstr>
      <vt:lpstr>Results &amp; Visualizations</vt:lpstr>
      <vt:lpstr>Analysis &amp; Conclusions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Abhinai reddy</cp:lastModifiedBy>
  <cp:revision>2</cp:revision>
  <dcterms:created xsi:type="dcterms:W3CDTF">2013-01-27T09:14:16Z</dcterms:created>
  <dcterms:modified xsi:type="dcterms:W3CDTF">2026-03-01T04:44:39Z</dcterms:modified>
  <cp:category/>
</cp:coreProperties>
</file>